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PROBLEM: Our Current Order Process Is a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8D4"/>
                </a:solidFill>
              </a:defRPr>
            </a:pPr>
            <a:r>
              <a:t>Current Manual Hardware Order Processing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116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1. Sales Rep Emails</a:t>
            </a:r>
            <a:br/>
            <a:r>
              <a:t>PDF Order Form</a:t>
            </a:r>
          </a:p>
        </p:txBody>
      </p:sp>
      <p:sp>
        <p:nvSpPr>
          <p:cNvPr id="6" name="Down Arrow 5"/>
          <p:cNvSpPr/>
          <p:nvPr/>
        </p:nvSpPr>
        <p:spPr>
          <a:xfrm>
            <a:off x="1554480" y="237744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0116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2. Ops Staff Manually</a:t>
            </a:r>
            <a:br/>
            <a:r>
              <a:t>Reads PDF</a:t>
            </a:r>
          </a:p>
        </p:txBody>
      </p:sp>
      <p:sp>
        <p:nvSpPr>
          <p:cNvPr id="8" name="Down Arrow 7"/>
          <p:cNvSpPr/>
          <p:nvPr/>
        </p:nvSpPr>
        <p:spPr>
          <a:xfrm>
            <a:off x="1554480" y="342900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20116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3. Check Customer in</a:t>
            </a:r>
            <a:br/>
            <a:r>
              <a:t>Salesforce (Manual)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554480" y="448056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20116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4. Check Inventory in</a:t>
            </a:r>
            <a:br/>
            <a:r>
              <a:t>Google Sheets (Manual)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54480" y="5532120"/>
            <a:ext cx="365760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731520" y="5943600"/>
            <a:ext cx="2011680" cy="640080"/>
          </a:xfrm>
          <a:prstGeom prst="diamond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5. DECISION:</a:t>
            </a:r>
            <a:br/>
            <a:r>
              <a:t>All OK?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34640" y="5029200"/>
            <a:ext cx="457200" cy="274320"/>
          </a:xfrm>
          <a:prstGeom prst="rightArrow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4754880"/>
            <a:ext cx="1828800" cy="8229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OK: Send 2 Emails</a:t>
            </a:r>
            <a:br/>
            <a:r>
              <a:t>- Customer Confirm</a:t>
            </a:r>
            <a:br/>
            <a:r>
              <a:t>- Warehouse Order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34640" y="6080760"/>
            <a:ext cx="457200" cy="274320"/>
          </a:xfrm>
          <a:prstGeom prst="rightArrow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83280" y="5806440"/>
            <a:ext cx="1828800" cy="6400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PROBLEM: Email</a:t>
            </a:r>
            <a:br/>
            <a:r>
              <a:t>Sales Rep (Delays!)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3545"/>
                </a:solidFill>
              </a:defRPr>
            </a:pPr>
            <a:r>
              <a:t>Key Pain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286000"/>
            <a:ext cx="118872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SLOW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Each order takes 25-45 minutes to process manually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926080"/>
            <a:ext cx="118872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ERROR-PRONE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Manual data entry leads to ~8% error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566160"/>
            <a:ext cx="118872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BOTTLENECK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Single shared inbox — one person at a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206240"/>
            <a:ext cx="118872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NO AFTER-HOURS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Orders received at night wait until next business 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846320"/>
            <a:ext cx="118872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DELAYS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Problems require back-and-forth emails (avg 4+ hours)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5486400"/>
            <a:ext cx="118872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UNSCALABLE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t>Cannot handle volume spikes without more staff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6446520"/>
            <a:ext cx="116128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00"/>
                </a:solidFill>
              </a:defRPr>
            </a:pPr>
            <a:r>
              <a:t>Current Avg: 35 min/order  |  ~8% Error Rate  |  Business Hours Only (8am-5pm)  |  Max ~30 orders/day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SOLUTION: Introducing 'OrderBot' — Our Autonomous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A745"/>
                </a:solidFill>
              </a:defRPr>
            </a:pPr>
            <a:r>
              <a:t>Automated End-to-End Order Processing in Under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How OrderBot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28016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1.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Monitors inbox 24/7</a:t>
            </a:r>
            <a:br/>
            <a:r>
              <a:t>for new order emails</a:t>
            </a:r>
          </a:p>
        </p:txBody>
      </p:sp>
      <p:sp>
        <p:nvSpPr>
          <p:cNvPr id="8" name="Down Arrow 7"/>
          <p:cNvSpPr/>
          <p:nvPr/>
        </p:nvSpPr>
        <p:spPr>
          <a:xfrm>
            <a:off x="960120" y="2606040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128016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2.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AI parses PDF and</a:t>
            </a:r>
            <a:br/>
            <a:r>
              <a:t>extracts order data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60120" y="3383280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128016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3.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11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Auto-checks Salesforce</a:t>
            </a:r>
            <a:br/>
            <a:r>
              <a:t>account status via API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60120" y="4160520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128016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4.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Auto-checks inventory</a:t>
            </a:r>
            <a:br/>
            <a:r>
              <a:t>in Google Sheets API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60120" y="4937760"/>
            <a:ext cx="274320" cy="18288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1280160" cy="5943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5.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663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AI analyzes results:</a:t>
            </a:r>
            <a:br/>
            <a:r>
              <a:t>OK or Exception?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828800" y="5257800"/>
            <a:ext cx="365760" cy="228600"/>
          </a:xfrm>
          <a:prstGeom prst="rightArrow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86000" y="5074920"/>
            <a:ext cx="2011680" cy="5943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AUTO-SEND</a:t>
            </a:r>
            <a:br/>
            <a:r>
              <a:t>Confirmation + Warehouse</a:t>
            </a:r>
            <a:br/>
            <a:r>
              <a:t>+ Update Salesforce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828800" y="5989320"/>
            <a:ext cx="36576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86000" y="5806440"/>
            <a:ext cx="201168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ESCALATE</a:t>
            </a:r>
            <a:br/>
            <a:r>
              <a:t>Alert ops team with</a:t>
            </a:r>
            <a:br/>
            <a:r>
              <a:t>full context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OrderBot Agent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2011680"/>
            <a:ext cx="164592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02996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Process 100% of hardware orders from email to fulfillment</a:t>
            </a:r>
            <a:br/>
            <a:r>
              <a:t>confirmation in under 5 minutes, with 99.5% accuracy.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816352"/>
            <a:ext cx="164592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PERCEPTION</a:t>
            </a:r>
            <a:br/>
            <a:r>
              <a:t>(Input Tools)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Email Inbox API — monitors for new orders 24/7</a:t>
            </a:r>
            <a:br/>
            <a:r>
              <a:t>PDF Parser — extracts customer, product, quantity data</a:t>
            </a:r>
            <a:br/>
            <a:r>
              <a:t>Salesforce API — reads customer account status</a:t>
            </a:r>
            <a:br/>
            <a:r>
              <a:t>Google Sheets API — reads real-time inventory levels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621024"/>
            <a:ext cx="1645920" cy="7315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63931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1. Detect new email  2. Parse PDF attachment</a:t>
            </a:r>
            <a:br/>
            <a:r>
              <a:t>3. Validate customer in Salesforce  4. Check inventory</a:t>
            </a:r>
            <a:br/>
            <a:r>
              <a:t>5. Decide: All OK → fulfill  |  Issue → escalate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425696"/>
            <a:ext cx="1645920" cy="7315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ACTION</a:t>
            </a:r>
            <a:br/>
            <a:r>
              <a:t>(Output Tools)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43983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Email Sender — customer confirmation + warehouse order</a:t>
            </a:r>
            <a:br/>
            <a:r>
              <a:t>Salesforce API — updates order history automatically</a:t>
            </a:r>
            <a:br/>
            <a:r>
              <a:t>Google Sheets API — decrements inventory 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5230368"/>
            <a:ext cx="1645920" cy="7315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248655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Logs every order for audit trail and analytics.</a:t>
            </a:r>
            <a:br/>
            <a:r>
              <a:t>Learns patterns: flags repeat-offender incomplete forms.</a:t>
            </a:r>
            <a:br/>
            <a:r>
              <a:t>Builds knowledge base for continuous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IMPACT &amp; 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</a:defRPr>
            </a:pPr>
            <a:r>
              <a:t>Projected Impact: Before vs After OrderBot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1945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</a:defRPr>
            </a:pPr>
            <a:r>
              <a:t>Processing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3545"/>
                </a:solidFill>
              </a:defRPr>
            </a:pPr>
            <a:r>
              <a:t>Before: 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A745"/>
                </a:solidFill>
              </a:defRPr>
            </a:pPr>
            <a:r>
              <a:t>After: &lt;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85%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600200"/>
            <a:ext cx="21945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</a:defRPr>
            </a:pPr>
            <a:r>
              <a:t>Error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3545"/>
                </a:solidFill>
              </a:defRPr>
            </a:pPr>
            <a:r>
              <a:t>Before: ~8%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94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A745"/>
                </a:solidFill>
              </a:defRPr>
            </a:pPr>
            <a:r>
              <a:t>After: &lt; 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94%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00200"/>
            <a:ext cx="21945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</a:defRPr>
            </a:pPr>
            <a:r>
              <a:t>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3545"/>
                </a:solidFill>
              </a:defRPr>
            </a:pPr>
            <a:r>
              <a:t>Before: 8am–5pm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94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A745"/>
                </a:solidFill>
              </a:defRPr>
            </a:pPr>
            <a:r>
              <a:t>After: 24/7/365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Always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600200"/>
            <a:ext cx="21945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</a:defRPr>
            </a:pPr>
            <a:r>
              <a:t>Daily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3545"/>
                </a:solidFill>
              </a:defRPr>
            </a:pPr>
            <a:r>
              <a:t>Before: ~30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194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A745"/>
                </a:solidFill>
              </a:defRPr>
            </a:pPr>
            <a:r>
              <a:t>After: 500+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16x More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600200"/>
            <a:ext cx="21945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</a:defRPr>
            </a:pPr>
            <a:r>
              <a:t>Staff Hours/Week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9659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3545"/>
                </a:solidFill>
              </a:defRPr>
            </a:pPr>
            <a:r>
              <a:t>Before: 40+ hrs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194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A745"/>
                </a:solidFill>
              </a:defRPr>
            </a:pPr>
            <a:r>
              <a:t>After: 2 hrs (oversight)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95% Saved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</a:defRPr>
            </a:pPr>
            <a:r>
              <a:t>Key Business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  Cost Savings — Reduce manual processing costs by ~95%, freeing staff for higher-value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  Speed — Orders processed in minutes, not hours. Customers get instant confirmation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262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  Accuracy — AI eliminates manual data entry errors, achieving 99.5% accuracy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463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  Scalability — Handle volume spikes (seasonal, promotions) without hiring additional staff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663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  24/7 Operations — Process orders received at night, weekends, and holidays automatically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8639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  Audit Trail — Every action logged for compliance, reporting, and continuous improvement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Recommended Next Steps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977639"/>
            <a:ext cx="512064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023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28A745"/>
                </a:solidFill>
              </a:defRPr>
            </a:pPr>
            <a:r>
              <a:t>Phase 1: Read-Only Proof of Concept (Week 1-2)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  <a:r>
              <a:t>  OrderBot monitors inbox and processes orders in shadow mode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  <a:r>
              <a:t>  Compares its decisions to human decisions — no actions taken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  <a:r>
              <a:t>  Goal: Validate 99.5% accuracy before going live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FF9900"/>
                </a:solidFill>
              </a:defRPr>
            </a:pPr>
            <a:r>
              <a:t>Phase 2: Supervised Rollout (Week 3-4)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  <a:r>
              <a:t>  OrderBot processes orders with human approval for each action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  <a:r>
              <a:t>  Staff reviews and approves/rejects before emails are sent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</a:p>
          <a:p>
            <a:pPr>
              <a:spcAft>
                <a:spcPts val="100"/>
              </a:spcAft>
              <a:defRPr sz="1000" b="1">
                <a:solidFill>
                  <a:srgbClr val="0078D4"/>
                </a:solidFill>
              </a:defRPr>
            </a:pPr>
            <a:r>
              <a:t>Phase 3: Full Autonomous Mode (Week 5+)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  <a:r>
              <a:t>  OrderBot operates independently with exception escalation</a:t>
            </a:r>
          </a:p>
          <a:p>
            <a:pPr>
              <a:spcAft>
                <a:spcPts val="100"/>
              </a:spcAft>
              <a:defRPr sz="1000" b="0">
                <a:solidFill>
                  <a:srgbClr val="CBD5E1"/>
                </a:solidFill>
              </a:defRPr>
            </a:pPr>
            <a:r>
              <a:t>  Weekly performance reviews and continuous improvement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6355080"/>
            <a:ext cx="11612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</a:defRPr>
            </a:pPr>
            <a:r>
              <a:t>Recommendation: Begin Phase 1 (Read-Only PoC) immediately — zero risk, high insight, fast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